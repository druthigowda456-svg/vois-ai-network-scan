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7"/>
  </p:notesMasterIdLst>
  <p:handoutMasterIdLst>
    <p:handoutMasterId r:id="rId18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3" r:id="rId14"/>
    <p:sldId id="344" r:id="rId15"/>
    <p:sldId id="30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3" d="100"/>
          <a:sy n="73" d="100"/>
        </p:scale>
        <p:origin x="53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1/12/2026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1/12/2026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19286" y="3710747"/>
            <a:ext cx="2930130" cy="1292597"/>
          </a:xfrm>
        </p:spPr>
        <p:txBody>
          <a:bodyPr>
            <a:normAutofit/>
          </a:bodyPr>
          <a:lstStyle/>
          <a:p>
            <a:pPr algn="r"/>
            <a:r>
              <a:rPr lang="en-US" sz="3200" b="0" dirty="0" err="1" smtClean="0">
                <a:solidFill>
                  <a:schemeClr val="tx1"/>
                </a:solidFill>
              </a:rPr>
              <a:t>Druthi</a:t>
            </a:r>
            <a:r>
              <a:rPr lang="en-US" sz="3200" b="0" dirty="0" smtClean="0">
                <a:solidFill>
                  <a:schemeClr val="tx1"/>
                </a:solidFill>
              </a:rPr>
              <a:t> M</a:t>
            </a:r>
            <a:endParaRPr lang="en-IN" sz="32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7394" y="2050553"/>
            <a:ext cx="6061165" cy="1208196"/>
          </a:xfrm>
        </p:spPr>
        <p:txBody>
          <a:bodyPr>
            <a:normAutofit/>
          </a:bodyPr>
          <a:lstStyle/>
          <a:p>
            <a:r>
              <a:rPr lang="en-US" sz="3200" dirty="0"/>
              <a:t>Ai </a:t>
            </a:r>
            <a:r>
              <a:rPr lang="en-US" sz="3200" dirty="0" smtClean="0"/>
              <a:t>Based Network Intrusion Detection</a:t>
            </a:r>
            <a:r>
              <a:rPr lang="en-US" sz="3200" dirty="0"/>
              <a:t> </a:t>
            </a:r>
            <a:r>
              <a:rPr lang="en-US" sz="3200" dirty="0" smtClean="0"/>
              <a:t>System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553200" y="29464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705600" y="30988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 txBox="1">
            <a:spLocks/>
          </p:cNvSpPr>
          <p:nvPr/>
        </p:nvSpPr>
        <p:spPr>
          <a:xfrm>
            <a:off x="5205959" y="4661846"/>
            <a:ext cx="4507001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0" dirty="0" smtClean="0">
                <a:solidFill>
                  <a:schemeClr val="tx1"/>
                </a:solidFill>
              </a:rPr>
              <a:t> </a:t>
            </a:r>
            <a:r>
              <a:rPr lang="en-US" dirty="0" smtClean="0"/>
              <a:t>APPLY_176295053869147d8aa90b8</a:t>
            </a:r>
            <a:endParaRPr lang="en-IN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7" grpId="0"/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79" y="1875556"/>
            <a:ext cx="6804297" cy="431968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With the rapid growth of digital infrastructure and network-based services, organizations face increasing threats from cyberattacks such as Distributed Denial of Service (DDo5), unauthorized access, and malicious network traffic. Traditional rule-based intrusion detection systems struggle to detect evolving attack patterns, generate high false positives, and lack adaptability to new threats.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752962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Project Description</a:t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98025" y="1945304"/>
            <a:ext cx="623429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Al-Based Network Intrusion Detection System (NIDS) is a machine-learning-powered security application designed to detect suspicious and malicious network behavior in real time. </a:t>
            </a:r>
            <a:br>
              <a:rPr lang="en-US" sz="2200" dirty="0"/>
            </a:br>
            <a:r>
              <a:rPr lang="en-US" sz="2200" dirty="0"/>
              <a:t>Key Highlights: Uses Machine Learning (Random Forest Classifier) to classify network traffic as normal or attack. Supports simulation mode for academic demonstrations using synthetic data</a:t>
            </a:r>
            <a:r>
              <a:rPr lang="en-US" sz="2200" dirty="0" smtClean="0"/>
              <a:t>. Can </a:t>
            </a:r>
            <a:r>
              <a:rPr lang="en-US" sz="2200" dirty="0"/>
              <a:t>be extended to real-world datasets such as the CIC-IDS2017 benchmark dataset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sz="2200" dirty="0" smtClean="0"/>
              <a:t>Students (CSE, IT, Cyber security)</a:t>
            </a:r>
          </a:p>
          <a:p>
            <a:pPr algn="just">
              <a:lnSpc>
                <a:spcPct val="150000"/>
              </a:lnSpc>
            </a:pPr>
            <a:r>
              <a:rPr lang="en-IN" sz="2200" dirty="0" smtClean="0"/>
              <a:t>Interns learning Machine learning and network security Faculties</a:t>
            </a:r>
          </a:p>
          <a:p>
            <a:pPr algn="just">
              <a:lnSpc>
                <a:spcPct val="150000"/>
              </a:lnSpc>
            </a:pPr>
            <a:r>
              <a:rPr lang="en-IN" sz="2200" dirty="0" smtClean="0"/>
              <a:t>AI/ML Trainers</a:t>
            </a:r>
          </a:p>
          <a:p>
            <a:pPr algn="just">
              <a:lnSpc>
                <a:spcPct val="150000"/>
              </a:lnSpc>
            </a:pPr>
            <a:r>
              <a:rPr lang="en-IN" sz="2200" dirty="0" smtClean="0"/>
              <a:t>Cybersecurity analysts</a:t>
            </a:r>
          </a:p>
          <a:p>
            <a:pPr algn="just">
              <a:lnSpc>
                <a:spcPct val="150000"/>
              </a:lnSpc>
            </a:pPr>
            <a:r>
              <a:rPr lang="en-IN" sz="2200" dirty="0" smtClean="0"/>
              <a:t>Network administrator</a:t>
            </a:r>
          </a:p>
          <a:p>
            <a:pPr algn="just">
              <a:lnSpc>
                <a:spcPct val="150000"/>
              </a:lnSpc>
            </a:pPr>
            <a:r>
              <a:rPr lang="en-IN" sz="2200" dirty="0" smtClean="0"/>
              <a:t>Researchers(Indirect users)</a:t>
            </a:r>
          </a:p>
          <a:p>
            <a:pPr algn="just">
              <a:lnSpc>
                <a:spcPct val="150000"/>
              </a:lnSpc>
            </a:pPr>
            <a:r>
              <a:rPr lang="en-IN" sz="2200" dirty="0" smtClean="0"/>
              <a:t>IT Security Teams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IN" dirty="0" smtClean="0"/>
              <a:t>Python</a:t>
            </a:r>
          </a:p>
          <a:p>
            <a:pPr lvl="1">
              <a:lnSpc>
                <a:spcPct val="150000"/>
              </a:lnSpc>
            </a:pPr>
            <a:r>
              <a:rPr lang="en-IN" dirty="0" smtClean="0"/>
              <a:t>Huggingface</a:t>
            </a:r>
          </a:p>
          <a:p>
            <a:pPr lvl="1">
              <a:lnSpc>
                <a:spcPct val="150000"/>
              </a:lnSpc>
            </a:pPr>
            <a:r>
              <a:rPr lang="en-IN" dirty="0" smtClean="0"/>
              <a:t>Pandas</a:t>
            </a:r>
          </a:p>
          <a:p>
            <a:pPr lvl="1">
              <a:lnSpc>
                <a:spcPct val="150000"/>
              </a:lnSpc>
            </a:pPr>
            <a:r>
              <a:rPr lang="en-IN" dirty="0" smtClean="0"/>
              <a:t>Numpy</a:t>
            </a:r>
          </a:p>
          <a:p>
            <a:pPr lvl="1">
              <a:lnSpc>
                <a:spcPct val="150000"/>
              </a:lnSpc>
            </a:pPr>
            <a:r>
              <a:rPr lang="en-IN" dirty="0" smtClean="0"/>
              <a:t>Grok</a:t>
            </a: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6" y="1944808"/>
            <a:ext cx="10058400" cy="379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63" y="1650837"/>
            <a:ext cx="10058400" cy="450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5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 smtClean="0">
                <a:solidFill>
                  <a:schemeClr val="tx1"/>
                </a:solidFill>
              </a:rPr>
              <a:t>Certificate - Protection </a:t>
            </a:r>
            <a:r>
              <a:rPr lang="en-IN" b="1" dirty="0">
                <a:solidFill>
                  <a:schemeClr val="tx1"/>
                </a:solidFill>
              </a:rPr>
              <a:t>from browser </a:t>
            </a:r>
            <a:r>
              <a:rPr lang="en-IN" b="1" dirty="0" smtClean="0">
                <a:solidFill>
                  <a:schemeClr val="tx1"/>
                </a:solidFill>
              </a:rPr>
              <a:t>attacks</a:t>
            </a:r>
            <a:r>
              <a:rPr lang="en-GB" b="1" dirty="0" smtClean="0">
                <a:solidFill>
                  <a:schemeClr val="tx1"/>
                </a:solidFill>
              </a:rPr>
              <a:t> 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91" b="33865"/>
          <a:stretch/>
        </p:blipFill>
        <p:spPr>
          <a:xfrm>
            <a:off x="1110343" y="1188720"/>
            <a:ext cx="7691910" cy="525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 smtClean="0">
                <a:solidFill>
                  <a:schemeClr val="tx1"/>
                </a:solidFill>
              </a:rPr>
              <a:t>Certificate </a:t>
            </a:r>
            <a:r>
              <a:rPr lang="en-IN" b="1" dirty="0">
                <a:solidFill>
                  <a:schemeClr val="tx1"/>
                </a:solidFill>
              </a:rPr>
              <a:t>- Introduction to System Security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5" b="37064"/>
          <a:stretch/>
        </p:blipFill>
        <p:spPr>
          <a:xfrm>
            <a:off x="1188720" y="1227908"/>
            <a:ext cx="7380514" cy="510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 smtClean="0">
                <a:solidFill>
                  <a:schemeClr val="tx1"/>
                </a:solidFill>
              </a:rPr>
              <a:t>Certificate </a:t>
            </a:r>
            <a:r>
              <a:rPr lang="en-IN" b="1" dirty="0">
                <a:solidFill>
                  <a:schemeClr val="tx1"/>
                </a:solidFill>
              </a:rPr>
              <a:t>- Securing Android Devices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48" b="36952"/>
          <a:stretch/>
        </p:blipFill>
        <p:spPr>
          <a:xfrm>
            <a:off x="1084218" y="1306285"/>
            <a:ext cx="7537268" cy="502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0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371155" y="583026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 smtClean="0">
                <a:solidFill>
                  <a:schemeClr val="tx1"/>
                </a:solidFill>
              </a:rPr>
              <a:t>GitHub link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2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71af3243-3dd4-4a8d-8c0d-dd76da1f02a5"/>
    <ds:schemaRef ds:uri="http://schemas.microsoft.com/office/2006/metadata/properties"/>
    <ds:schemaRef ds:uri="http://purl.org/dc/terms/"/>
    <ds:schemaRef ds:uri="16c05727-aa75-4e4a-9b5f-8a80a1165891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769</TotalTime>
  <Words>168</Words>
  <Application>Microsoft Office PowerPoint</Application>
  <PresentationFormat>Widescreen</PresentationFormat>
  <Paragraphs>34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Trebuchet MS</vt:lpstr>
      <vt:lpstr>Wingdings</vt:lpstr>
      <vt:lpstr>Wingdings 3</vt:lpstr>
      <vt:lpstr>Facet</vt:lpstr>
      <vt:lpstr>Ai Based Network Intrusion Detection System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rakshith gowda</cp:lastModifiedBy>
  <cp:revision>88</cp:revision>
  <dcterms:created xsi:type="dcterms:W3CDTF">2021-07-11T13:13:15Z</dcterms:created>
  <dcterms:modified xsi:type="dcterms:W3CDTF">2026-01-12T02:14:39Z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